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gita hansika" userId="98efaf1b802a42aa" providerId="LiveId" clId="{164AA0F5-0779-4723-BCE3-74F002A95EF8}"/>
    <pc:docChg chg="custSel modSld">
      <pc:chgData name="thogita hansika" userId="98efaf1b802a42aa" providerId="LiveId" clId="{164AA0F5-0779-4723-BCE3-74F002A95EF8}" dt="2026-10-10T05:43:32.917" v="81" actId="20577"/>
      <pc:docMkLst>
        <pc:docMk/>
      </pc:docMkLst>
      <pc:sldChg chg="modSp mod">
        <pc:chgData name="thogita hansika" userId="98efaf1b802a42aa" providerId="LiveId" clId="{164AA0F5-0779-4723-BCE3-74F002A95EF8}" dt="2026-10-10T05:43:32.917" v="81" actId="20577"/>
        <pc:sldMkLst>
          <pc:docMk/>
          <pc:sldMk cId="703723772" sldId="263"/>
        </pc:sldMkLst>
        <pc:spChg chg="mod">
          <ac:chgData name="thogita hansika" userId="98efaf1b802a42aa" providerId="LiveId" clId="{164AA0F5-0779-4723-BCE3-74F002A95EF8}" dt="2026-10-10T05:43:32.917" v="81" actId="20577"/>
          <ac:spMkLst>
            <pc:docMk/>
            <pc:sldMk cId="703723772" sldId="263"/>
            <ac:spMk id="3" creationId="{065E2D86-4BD0-C281-1FAB-A63843E8B4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9E31-B31C-7162-D63C-F83E63A6A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E2D86-4BD0-C281-1FAB-A63843E8B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b="1" u="sng" dirty="0">
                <a:latin typeface="Bell MT" panose="02020503060305020303" pitchFamily="18" charset="0"/>
              </a:rPr>
              <a:t>NAME : T.SAI HANSIKA</a:t>
            </a:r>
          </a:p>
          <a:p>
            <a:r>
              <a:rPr lang="en-US" sz="2400" b="1" u="sng" dirty="0">
                <a:latin typeface="Bell MT" panose="02020503060305020303" pitchFamily="18" charset="0"/>
              </a:rPr>
              <a:t>ROLL NO </a:t>
            </a:r>
            <a:r>
              <a:rPr lang="en-US" sz="2400" b="1" u="sng">
                <a:latin typeface="Bell MT" panose="02020503060305020303" pitchFamily="18" charset="0"/>
              </a:rPr>
              <a:t>: 25MVCSMR0703</a:t>
            </a:r>
            <a:endParaRPr lang="en-US" sz="2400" b="1" u="sng" dirty="0">
              <a:latin typeface="Bell MT" panose="02020503060305020303" pitchFamily="18" charset="0"/>
            </a:endParaRPr>
          </a:p>
          <a:p>
            <a:r>
              <a:rPr lang="en-US" sz="2400" b="1" u="sng" dirty="0">
                <a:latin typeface="Bell MT" panose="02020503060305020303" pitchFamily="18" charset="0"/>
              </a:rPr>
              <a:t>Problem statement </a:t>
            </a:r>
            <a:r>
              <a:rPr lang="en-US" sz="2400" dirty="0">
                <a:latin typeface="Bell MT" panose="02020503060305020303" pitchFamily="18" charset="0"/>
              </a:rPr>
              <a:t>: clothing donation platform</a:t>
            </a:r>
          </a:p>
          <a:p>
            <a:r>
              <a:rPr lang="en-US" sz="2400" dirty="0">
                <a:latin typeface="Bell MT" panose="02020503060305020303" pitchFamily="18" charset="0"/>
              </a:rPr>
              <a:t>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0F17-A136-4D43-83EF-9B7579AF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56843"/>
            <a:ext cx="4419983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2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286000" cy="2286000"/>
          </a:xfrm>
          <a:prstGeom prst="ellipse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566160"/>
            <a:ext cx="1828800" cy="1828800"/>
          </a:xfrm>
          <a:prstGeom prst="ellipse">
            <a:avLst/>
          </a:prstGeom>
          <a:solidFill>
            <a:srgbClr val="27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663440"/>
            <a:ext cx="1005840" cy="1005840"/>
          </a:xfrm>
          <a:prstGeom prst="ellipse">
            <a:avLst/>
          </a:prstGeom>
          <a:solidFill>
            <a:srgbClr val="2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EDCC5"/>
                </a:solidFill>
                <a:latin typeface="Aptos"/>
              </a:rPr>
              <a:t>HACKATHON PROJECT  •  CLOTHING DONATION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675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 Display"/>
              </a:rPr>
              <a:t>WearShare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0A56B"/>
                </a:solidFill>
                <a:latin typeface="Aptos Display"/>
              </a:rPr>
              <a:t>Give clothes a second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2EFE2"/>
                </a:solidFill>
                <a:latin typeface="Aptos"/>
              </a:rPr>
              <a:t>A digital platform that connects clothing donors with community organizations and makes pickups easier to manage.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11430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64515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4572000"/>
            <a:ext cx="13716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2536" y="46451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4572000"/>
            <a:ext cx="10058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3" y="464515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4572000"/>
            <a:ext cx="16916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464515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MAKE AN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32588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0" b="0" i="0">
                <a:solidFill>
                  <a:srgbClr val="FFFFFF"/>
                </a:solidFill>
                <a:latin typeface="Aptos"/>
              </a:rPr>
              <a:t>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2E9D6"/>
                </a:solidFill>
                <a:latin typeface="Aptos"/>
              </a:rPr>
              <a:t>♧  DONATE • REUSE •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2636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Good clothes are wasted while needs go unmet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gap is not always a lack of clothing — it is often a lack of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020824"/>
            <a:ext cx="54864" cy="1261872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Clothes go unused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Wearable clothing often sits in wardrobes or gets discarded instead of being reused.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20824"/>
            <a:ext cx="54864" cy="1261872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Donating feels difficult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Donors may not know whom to contact, what items are needed, or how pickup 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20824"/>
            <a:ext cx="54864" cy="1261872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Coordination is 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Paper records and scattered messages make quantities, pickup dates, and status hard to track.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84632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Communities need access to clean, wearable clothing.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Reuse can reduce unnecessary textile waste.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A clear process builds trust and accountability.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77639"/>
            <a:ext cx="5440680" cy="169164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56032" rIns="256032" bIns="25603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CORE CHALLENGE</a:t>
            </a:r>
          </a:p>
          <a:p>
            <a:pPr>
              <a:spcAft>
                <a:spcPts val="0"/>
              </a:spcAft>
              <a:defRPr sz="2100" b="1">
                <a:solidFill>
                  <a:srgbClr val="173F35"/>
                </a:solidFill>
                <a:latin typeface="Aptos"/>
              </a:defRPr>
            </a:pPr>
            <a:r>
              <a:t>How might we make clothing donation simple, traceable, and easier to coordinate?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03 •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One simple journey, from wardrobe to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WearShare brings donation details, pickup preferences, and status tracking into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Submit a donation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Capture donor contact, clothing category, quantity, condition,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Plan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Save a preferred date and time slot for easier coordination.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Track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Move each record through Pending, Pickup Scheduled, Collected, and Delivered.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See 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View donation totals, pieces contributed, and recent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15000"/>
            <a:ext cx="10881360" cy="502920"/>
          </a:xfrm>
          <a:prstGeom prst="roundRect">
            <a:avLst/>
          </a:prstGeom>
          <a:solidFill>
            <a:srgbClr val="EEF4EB"/>
          </a:solidFill>
          <a:ln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28016" rIns="128016" bIns="128016"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215C49"/>
                </a:solidFill>
                <a:latin typeface="Aptos"/>
              </a:defRPr>
            </a:pPr>
            <a:r>
              <a:t>WHAT MAKES IT USEFUL  •  A single donation record connects the person, the clothes, the pickup plan, and the latest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04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A clear workflow from input to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user journey is designed to be understandable even for first-time donors.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Donor + clothing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Name, contact, type, quantity, condition,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5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Check required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Ensure quantity is a positive whole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79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Save donation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API writes the record to the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Schedule &amp;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Search, edit, and change donation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7727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Track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Dashboard shows records, totals, and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86868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bIns="164592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USER JOURNEY</a:t>
            </a:r>
          </a:p>
          <a:p>
            <a:pPr>
              <a:spcAft>
                <a:spcPts val="0"/>
              </a:spcAft>
              <a:defRPr sz="1500" b="1">
                <a:solidFill>
                  <a:srgbClr val="173F35"/>
                </a:solidFill>
                <a:latin typeface="Aptos"/>
              </a:defRPr>
            </a:pPr>
            <a:r>
              <a:t>Open app → fill donation form → submit → view the record → schedule/update pickup → follow status on the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97E71"/>
                </a:solidFill>
                <a:latin typeface="Aptos"/>
              </a:rPr>
              <a:t>Status path: Pending  →  Pickup Scheduled  →  Collected  →  Delivered  (or Cancelled)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05 •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Built around reliable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Current implementation uses Hatchable-hosted APIs and a PostgreSQL database; it is not yet the exact MERN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75104"/>
            <a:ext cx="54864" cy="1005839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HTML, CSS, JavaScript • responsive dashboard and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75104"/>
            <a:ext cx="54864" cy="1005839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REST endpoints • create, read, update,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975104"/>
            <a:ext cx="54864" cy="1005839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Hatchable PostgreSQL • persistent donation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MAIN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86200"/>
            <a:ext cx="512064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Input validation before saving.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Search/filter records by text and status.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Aggregate donation count, piece totals, and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118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bIns="201168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COMPLEXITY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Create / read one record: typically O(1) database lookup by ID (index-dependent).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Dashboard totals and client-side filtering: O(n) over the loaded donation records.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Scale-up: add pagination, indexes, authentication, and role-based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MERN target architecture: React UI → Node.js + Express REST API → MongoDB collections.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06 •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Designed for a quick, clear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Walk the judges through a donation from submission to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852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993392"/>
            <a:ext cx="1234440" cy="3136392"/>
          </a:xfrm>
          <a:prstGeom prst="round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♧ WearShare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●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7530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Donate clothes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1421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Organizations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48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Every thread tells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Donations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Collected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70332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F35"/>
                </a:solidFill>
                <a:latin typeface="Aptos"/>
              </a:rPr>
              <a:t>Recent donations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416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A.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04164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Shirts •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416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61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R.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616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Kidswear •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616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8172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S. Rao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817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Sarees •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68172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7E71"/>
                </a:solidFill>
                <a:latin typeface="Aptos"/>
              </a:rPr>
              <a:t>ILLUSTRATIVE MOCKUP — sample values, not live project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90195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LIVE DEMO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31720"/>
            <a:ext cx="438912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Create a sample donation.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Show the new record in the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Edit the pickup status.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Filter records and verify the totals.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709160"/>
            <a:ext cx="4434840" cy="82296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5448" tIns="155448" rIns="155448" bIns="155448" rtlCol="0" anchor="ctr"/>
          <a:lstStyle/>
          <a:p>
            <a:pPr algn="ctr">
              <a:spcAft>
                <a:spcPts val="5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VALIDATION RESULT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Create, update, and delete API routes were tested successfully.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7150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7E71"/>
                </a:solidFill>
                <a:latin typeface="Aptos"/>
              </a:rPr>
              <a:t>Benefits: easier coordination • traceability • reusable clothing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07 •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From a useful demo to a community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2E6D7"/>
                </a:solidFill>
                <a:latin typeface="Aptos"/>
              </a:rPr>
              <a:t>The foundation is in place. Next, make it secure, scalable, and genuinely connected to local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A56B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Donation form +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Persistent records, pickup preferences, status updates, and dashboard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1BC93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MERN + secure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Move to React, Node.js/Express, MongoDB; add donor, organization, and admin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BA4E1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Smarter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Pickup notifications, organization matching, map-based routes, multilingual UI, and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83480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One donation may look small. Together, thousands of small acts can create a stronger reuse culture.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63640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DCC5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2636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DCC5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CA8A-78A6-EFB7-67FB-978DE07C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you!</a:t>
            </a:r>
            <a:endParaRPr lang="en-IN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6C3A-43AF-0462-24F7-327ADAD8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74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904</Words>
  <Application>Microsoft Office PowerPoint</Application>
  <PresentationFormat>Widescreen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WearShare — 7-Slide Hackathon Presentation</dc:title>
  <dc:subject>Clothing Donation Platform</dc:subject>
  <dc:creator>WearShare Project Team</dc:creator>
  <cp:keywords>Clothing Donation, Hackathon, Sustainability, CRUD, Web Application</cp:keywords>
  <dc:description>generated using python-pptx</dc:description>
  <cp:lastModifiedBy>thogita hansika</cp:lastModifiedBy>
  <cp:revision>2</cp:revision>
  <dcterms:created xsi:type="dcterms:W3CDTF">2013-01-27T09:14:16Z</dcterms:created>
  <dcterms:modified xsi:type="dcterms:W3CDTF">2026-10-10T05:43:37Z</dcterms:modified>
  <cp:category/>
</cp:coreProperties>
</file>